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6" r:id="rId4"/>
    <p:sldId id="324" r:id="rId5"/>
    <p:sldId id="264" r:id="rId6"/>
    <p:sldId id="257" r:id="rId7"/>
    <p:sldId id="259" r:id="rId8"/>
    <p:sldId id="261" r:id="rId9"/>
    <p:sldId id="337" r:id="rId10"/>
    <p:sldId id="263" r:id="rId11"/>
    <p:sldId id="262" r:id="rId12"/>
    <p:sldId id="265" r:id="rId13"/>
    <p:sldId id="266" r:id="rId14"/>
    <p:sldId id="267" r:id="rId15"/>
    <p:sldId id="269" r:id="rId16"/>
    <p:sldId id="268" r:id="rId17"/>
    <p:sldId id="270" r:id="rId18"/>
    <p:sldId id="276" r:id="rId19"/>
    <p:sldId id="275" r:id="rId20"/>
    <p:sldId id="274" r:id="rId21"/>
    <p:sldId id="282" r:id="rId22"/>
    <p:sldId id="280" r:id="rId23"/>
    <p:sldId id="281" r:id="rId24"/>
    <p:sldId id="271" r:id="rId25"/>
    <p:sldId id="273" r:id="rId26"/>
    <p:sldId id="272" r:id="rId27"/>
    <p:sldId id="278" r:id="rId28"/>
    <p:sldId id="342" r:id="rId29"/>
    <p:sldId id="277" r:id="rId30"/>
    <p:sldId id="279" r:id="rId31"/>
    <p:sldId id="283" r:id="rId32"/>
    <p:sldId id="341" r:id="rId33"/>
    <p:sldId id="338" r:id="rId34"/>
    <p:sldId id="285" r:id="rId35"/>
    <p:sldId id="287" r:id="rId36"/>
    <p:sldId id="288" r:id="rId37"/>
    <p:sldId id="289" r:id="rId38"/>
    <p:sldId id="290" r:id="rId39"/>
    <p:sldId id="286" r:id="rId40"/>
    <p:sldId id="339" r:id="rId41"/>
    <p:sldId id="293" r:id="rId42"/>
    <p:sldId id="295" r:id="rId43"/>
    <p:sldId id="294" r:id="rId44"/>
    <p:sldId id="296" r:id="rId45"/>
    <p:sldId id="297" r:id="rId46"/>
    <p:sldId id="298" r:id="rId47"/>
    <p:sldId id="299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00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2" r:id="rId68"/>
    <p:sldId id="323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1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F0C1D-0DA3-4D6C-9B26-7AAEE0C46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AFDB9-0CEE-49CE-821D-67EB7CA64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EF8A8-C96C-4BDE-A93C-CE29D7E5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EF8C5-C712-4326-B325-393BC847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A8167-6C5C-441C-9A1B-F150D0C9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9529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191D-BD16-4F57-A66F-9F772D9A4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F4B5-100E-4C64-9D90-52FEA948F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2BB10-2DB8-4386-B989-6A830F70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0C632-92AD-429B-9D6E-7F5F03B6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BDD73-2A3A-421D-838C-8BD95606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112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1E4AF-4B24-4445-925C-69383CD1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1F796-18E6-41A0-9B5E-4A3851D84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E4149-2421-4EBD-BC81-4751DF87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68F93-6C94-4E07-BA2E-CC479ADB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6184C-AF20-4165-A8C4-3A6AE163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88554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12E3-1EBF-47AF-B5E9-F7BB79DD4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C861-C085-4CC7-ABFC-92100BA77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E9E7E-D7F2-4EB0-A327-840418619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AAAAC-D597-4301-961B-707DE9545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C8442-E061-4682-9F23-C6441148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FAD89-29CE-4522-80D3-69B3ACA59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30763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D1C2-A0AF-42BD-83DD-6139B8E04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CD05E-960C-4E45-A968-78866845C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A7817-A0F9-46D5-B02B-64564C308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20151-C973-4F2E-9B22-800D5985C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2EE55-9185-4D91-B4C7-F86C64DBD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9B91C-EA71-4DAC-B5BB-B1ABE451F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5F3F9F-9724-44E0-9797-491B06F4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CFB17-371D-4AE9-82D6-C76FE324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70075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05693-443A-438A-AEAC-87C1FD5A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3CADF-D733-4A1A-A69C-27482F69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C8C11-69CC-4B4A-9B98-A20E6B558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3B27B-5652-4B77-90AA-F0423B87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312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E079A-3233-49AF-9DCD-8B889158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75351D-6F3A-4F18-8A47-F8BFD525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CC4AE-861A-40D4-B593-923EC41F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5589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5E8E-9169-4CF7-AB97-3598D4AF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C2E2-1CF6-48E9-A1F3-214BECC3E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966B5-AEFA-4FBD-8D94-EFFEFF124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EADE7-E56C-478D-BA45-CC3054F8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D2351-7E14-402E-A68B-E921337D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36264-416D-4847-AAB4-91669660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4957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3BAE-1DD2-4FC9-B39B-C3241DCB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70C812-2F0E-4CCB-B1BE-80FAC86EF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B0C7-2BE1-4F60-A4CE-1BD9B466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5D59F-7B38-433C-B1D7-CF750F3D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76EF2-2FB6-48D3-B628-96531197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B0383-196E-4045-8EF3-7C4BB0A2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1193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AF9B-2793-4B6A-8E17-5F9E24F96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19604-570D-4A23-A326-AE67CB791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7905E-EBAF-4073-89C9-B1380FFB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87534-5B35-47B4-8F35-99AE20ACE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5DD58-8E3A-4A06-B82D-B30AC9B82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0116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244E5-AF20-4D0E-BD3E-FBD676FAD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DE6F5-C14F-4D81-8D18-5F3DF80B4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2EF18-893F-4E85-9329-02F14858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56971-265B-47CD-A768-1EEA4213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8C726-5B9C-43C5-9D4D-8D4A20D4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226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D955E-E36A-4E0E-AF2F-913403EE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660AE-8F44-4D0B-A6DF-8517F6014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C1795-1EB5-4308-BFF9-FAA6E0976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8B2B8-4BF1-42B7-B27B-04D17DF22CDC}" type="datetimeFigureOut">
              <a:rPr lang="en-UG" smtClean="0"/>
              <a:t>10/11/2025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04563-994E-4A1E-884C-33B1C92D3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DAA38-923A-442F-8B65-400E98DD2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A263B-9710-44A0-8ABA-4FA4AC21328A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8147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616019"/>
            <a:ext cx="8415686" cy="6212124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is the Landing Screen for Public Charging</a:t>
            </a:r>
          </a:p>
          <a:p>
            <a:pPr algn="ctr"/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71BB3-77CE-4605-998A-50D6F4203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643" y="217063"/>
            <a:ext cx="3598357" cy="663563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386C94-5952-41BF-B3B5-835C461E3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90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BATCH_02_MAP_STATIONS_MOBILE_REACT_TAILWIND_JS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43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2A43BF-AC1F-4CB3-9C3B-529A46413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12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BATCH_01_DISCOVER_MAP_LIST_LEGEND_MOBILE_REACT_TAILWIND_JS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A9E8AF-C35B-4B6B-848B-25F476CD0F1B}"/>
              </a:ext>
            </a:extLst>
          </p:cNvPr>
          <p:cNvSpPr/>
          <p:nvPr/>
        </p:nvSpPr>
        <p:spPr>
          <a:xfrm>
            <a:off x="64170" y="481264"/>
            <a:ext cx="8415686" cy="6346878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appears after a user taps the search area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Re align the “Scan QR code” button not to overlap the suggested stations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FBB70E-87CE-4EA5-B3CD-7F0D264BB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941" y="993317"/>
            <a:ext cx="3647974" cy="5322771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4305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C076B8-C4F4-43C9-AC3D-3564047FE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489" y="0"/>
            <a:ext cx="3286466" cy="683776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693019"/>
            <a:ext cx="8415686" cy="6135123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appears after a user taps the search area</a:t>
            </a:r>
            <a:endParaRPr lang="en-UG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F3DD8-F67D-4699-8158-3AFDA8FCEA66}"/>
              </a:ext>
            </a:extLst>
          </p:cNvPr>
          <p:cNvSpPr txBox="1"/>
          <p:nvPr/>
        </p:nvSpPr>
        <p:spPr>
          <a:xfrm>
            <a:off x="64170" y="20515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APP_SHELL_EVZ_MOBILE_CORE_REACT_TAILWIND_JS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918265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5AC54-D58F-4F11-8002-18D15142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707" y="798897"/>
            <a:ext cx="3271869" cy="53323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168397-09B1-4FFA-9AA3-071A08A521C1}"/>
              </a:ext>
            </a:extLst>
          </p:cNvPr>
          <p:cNvSpPr txBox="1"/>
          <p:nvPr/>
        </p:nvSpPr>
        <p:spPr>
          <a:xfrm>
            <a:off x="163629" y="230287"/>
            <a:ext cx="726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P_0_01_CORE_MAP_WRAPPER_SEARCH_MOBILE_REACT_TAILWIND_JS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21434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E83552-69BD-44CE-B4DB-44B7217FCC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677"/>
          <a:stretch/>
        </p:blipFill>
        <p:spPr>
          <a:xfrm>
            <a:off x="8681987" y="798898"/>
            <a:ext cx="3445843" cy="48511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C4DC85-7511-47E9-B07E-784CD55FA5E8}"/>
              </a:ext>
            </a:extLst>
          </p:cNvPr>
          <p:cNvSpPr txBox="1"/>
          <p:nvPr/>
        </p:nvSpPr>
        <p:spPr>
          <a:xfrm>
            <a:off x="404261" y="191786"/>
            <a:ext cx="6499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BATCH_02_STATION_LIST_SHEET_MOBILE_REACT_TAILWIND_JS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859024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601580"/>
            <a:ext cx="8415686" cy="620829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D4F83-5163-44A6-8ECE-939D7E4D0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228" y="625643"/>
            <a:ext cx="3563602" cy="620829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EB51E5-AC2E-4300-B35F-EA6654FDE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82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BATCH_01_FILTER_HUB_POWER_CONNECTOR_AVAILABILITY_MOBILE_REACT_TAILWIND_JS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028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89272"/>
            <a:ext cx="8415686" cy="6038870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C9EC16-DA92-43C9-9AAB-0B281F954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981" y="284455"/>
            <a:ext cx="3276768" cy="5731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5DE236-0752-4231-9A60-CD9BA643DA2D}"/>
              </a:ext>
            </a:extLst>
          </p:cNvPr>
          <p:cNvSpPr txBox="1"/>
          <p:nvPr/>
        </p:nvSpPr>
        <p:spPr>
          <a:xfrm>
            <a:off x="280251" y="284455"/>
            <a:ext cx="6624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BATCH_01_LOCATION_PERMISSION_MOBILE_REACT_TAILWIND_JS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232335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606392"/>
            <a:ext cx="8415686" cy="6221750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B1C868-2777-4697-954D-839A79354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981" y="1087656"/>
            <a:ext cx="3462849" cy="49473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0EC38414-0D79-458A-B9B4-6FFCEA088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97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BATCH_02_STATION_CARD_PREVIEW_TAP_SHEET_MOBILE_REACT_TAILWIND_JS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209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679291"/>
            <a:ext cx="8415686" cy="6148852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1CCCE9-B908-40CD-9D5B-B7D751437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485" y="679290"/>
            <a:ext cx="3561346" cy="5673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821065-E303-4F19-8239-C2EAF62E5645}"/>
              </a:ext>
            </a:extLst>
          </p:cNvPr>
          <p:cNvSpPr txBox="1"/>
          <p:nvPr/>
        </p:nvSpPr>
        <p:spPr>
          <a:xfrm>
            <a:off x="259082" y="135994"/>
            <a:ext cx="8415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BATCH_02_STATION_DETAILS_OVERVIEW_UPDATED_MOBILE_REACT_TAILWIND_JS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33314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612013"/>
            <a:ext cx="8415686" cy="6216129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346966-A68C-48F7-8BF0-E13B92B96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859" y="612013"/>
            <a:ext cx="3635141" cy="59235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A81E53-2C09-45A4-AE35-9291E2DB9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223" y="90016"/>
            <a:ext cx="6122726" cy="4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12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60396"/>
            <a:ext cx="8415686" cy="6067746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98B78-A16A-4087-B616-8623C61E1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357" y="862270"/>
            <a:ext cx="3245017" cy="49024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A58F288-7140-4BEA-A767-BEEC80697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82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BATCH_02_STATION_DETAILS_AMENITIES_CHAT_MOBILE_REACT_TAILWIND_JS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21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3F7E08-11B1-434C-B806-86B707D42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246" y="798897"/>
            <a:ext cx="2964581" cy="590028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FA54E20-B462-4823-AA9E-01A35F9BB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2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BATCH_03_BOOKING_FIXED_CHOOSE_TIME_MOBILE_REACT_TAILWIND_JS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890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FA34A5-263F-4F83-9A9C-534AE03F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072" y="688517"/>
            <a:ext cx="3315757" cy="60292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B90ED7-B0BD-44B0-8E0B-9B0624760564}"/>
              </a:ext>
            </a:extLst>
          </p:cNvPr>
          <p:cNvSpPr txBox="1"/>
          <p:nvPr/>
        </p:nvSpPr>
        <p:spPr>
          <a:xfrm>
            <a:off x="567891" y="211037"/>
            <a:ext cx="6951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BATCH_03_BOOKING_FIXED_PAYMENT_MOBILE_REACT_TAILWIND_JS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499899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E3F3E-0F62-46AF-8317-020A0573A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151" y="730093"/>
            <a:ext cx="3492679" cy="47817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A8929C-D204-4258-9DCF-D4B624D37355}"/>
              </a:ext>
            </a:extLst>
          </p:cNvPr>
          <p:cNvSpPr txBox="1"/>
          <p:nvPr/>
        </p:nvSpPr>
        <p:spPr>
          <a:xfrm>
            <a:off x="64170" y="124409"/>
            <a:ext cx="8020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BATCH_03_BOOKING_FIXED_TARGETS_ESTIMATES_MOBILE_REACT_TAILWIND_JS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849161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0F1EE-0A4A-429E-A2A4-C47FC7BE6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84" y="731190"/>
            <a:ext cx="3533546" cy="581398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0D1E7B3-B06E-4ABC-8653-F0D8AC9AE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45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BATCH_03_FILTER_HUB_SHEET_MOBILE_REACT_TAILWIND_JS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512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A5F90F-31F5-4943-9277-CB3D49E02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799" y="798897"/>
            <a:ext cx="3572031" cy="556340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A7BB376-3A05-47E7-8027-5B92635A0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60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BATCH_03_FILTER_CONNECTOR_TYPES_MOBILE_REACT_TAILWIND_JS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4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2F199A-32DB-4C2F-9CCE-09CFD7C40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250" y="798897"/>
            <a:ext cx="3578580" cy="593878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4B9CA40-91A2-42A9-A9B7-FA4728877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63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BATCH_03_FILTER_POWER_K_W_MOBILE_REACT_TAILWIND_JS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4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82B67-FDD8-4FDE-84A9-93F16132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676" y="798897"/>
            <a:ext cx="3473629" cy="543827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AC67E22-57FC-429E-A407-495FA9620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60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BATCH_04_FILTER_NETWORKS_MOBILE_REACT_TAILWIND_JS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690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2A8E6-7B96-461E-A14C-B28AEBFE9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252" y="798897"/>
            <a:ext cx="3454578" cy="4864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DC26A-B2FD-4CEE-B4D4-B6A2F97D6C6F}"/>
              </a:ext>
            </a:extLst>
          </p:cNvPr>
          <p:cNvSpPr txBox="1"/>
          <p:nvPr/>
        </p:nvSpPr>
        <p:spPr>
          <a:xfrm>
            <a:off x="221382" y="201412"/>
            <a:ext cx="6961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BATCH_04_FILTER_LOCATION_TYPES_MOBILE_REACT_TAILWIND_JS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794025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D32B1-8A19-4CF2-8075-BD6D94879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084" y="798897"/>
            <a:ext cx="3454578" cy="48770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9D80C0-8CD2-45F8-8BB1-873519AE747C}"/>
              </a:ext>
            </a:extLst>
          </p:cNvPr>
          <p:cNvSpPr txBox="1"/>
          <p:nvPr/>
        </p:nvSpPr>
        <p:spPr>
          <a:xfrm>
            <a:off x="652112" y="17628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BATCH_04_FILTER_ACCESS_MOBILE_REACT_TAILWIND_JS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323910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8B504-5EE0-4073-ADBF-5DA166D6B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303" y="798897"/>
            <a:ext cx="3435527" cy="51056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802EF3-E190-46BE-8678-31FA927EF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90" y="206133"/>
            <a:ext cx="5036967" cy="48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5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A70561-56A3-4EDF-8374-3CDD0358C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371" y="798897"/>
            <a:ext cx="3473629" cy="486435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FFBA103-95A3-4656-A0C0-3673DC6D1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86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BATCH_05_FILTER_MULTIPLE_DEVICES_MOBILE_REACT_TAILWIND_JS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37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5F26DF-F1C9-4E9B-9628-862B27C33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552" y="798897"/>
            <a:ext cx="3467278" cy="4864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9A6CC-6712-4050-A57E-30C66AFD4C53}"/>
              </a:ext>
            </a:extLst>
          </p:cNvPr>
          <p:cNvSpPr txBox="1"/>
          <p:nvPr/>
        </p:nvSpPr>
        <p:spPr>
          <a:xfrm>
            <a:off x="192506" y="259163"/>
            <a:ext cx="7144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BATCH_05_FILTER_STATION_CATEGORY_MOBILE_REACT_TAILWIND_JS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737496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567891"/>
            <a:ext cx="8415686" cy="6260251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54AE83-2234-4EF8-B510-E2DB41836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371" y="567891"/>
            <a:ext cx="3473629" cy="5356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FE0410-90B9-4E40-BA6A-E6CCD538B293}"/>
              </a:ext>
            </a:extLst>
          </p:cNvPr>
          <p:cNvSpPr txBox="1"/>
          <p:nvPr/>
        </p:nvSpPr>
        <p:spPr>
          <a:xfrm>
            <a:off x="317633" y="57033"/>
            <a:ext cx="9654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BATCH_04_ACTIVATION_CHOOSE_CONNECTOR_PREPAID_ORDER_MOBILE_REACT_TAILWIND_JS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093550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E147E-A426-4785-99BB-D066F5983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487" y="798897"/>
            <a:ext cx="3484344" cy="5582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81542D-4466-4EE8-8E7C-E64B5A5AE705}"/>
              </a:ext>
            </a:extLst>
          </p:cNvPr>
          <p:cNvSpPr txBox="1"/>
          <p:nvPr/>
        </p:nvSpPr>
        <p:spPr>
          <a:xfrm>
            <a:off x="673768" y="182161"/>
            <a:ext cx="6518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BATCH_04_ACTIVATION_SCAN_QR_MOBILE_REACT_TAILWIND_JS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97143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FCBCE4-CBB4-484D-8620-F5ABA7028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951" y="798897"/>
            <a:ext cx="3454578" cy="491515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928DE1E-A2F9-445B-A742-439095B10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67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BATCH_04_ACTIVATION_ENTER_CHARGER_ID_MOBILE_REACT_TAILWIND_JS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752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89CE4A-4CF2-4291-8645-E452FA9BE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552" y="798897"/>
            <a:ext cx="3467278" cy="484529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3416895-2B9D-486F-87D9-C0D508A05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90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BATCH_05_CHARGING_READY_MOBILE_REACT_TAILWIND_JS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075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416895-2B9D-486F-87D9-C0D508A05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4348"/>
            <a:ext cx="69728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PREPAID_FIXED_CHARGING_MOBILE_REACT_TAILWIND_JS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90B5DA-9471-4E1E-BE82-841FCDC0E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212" y="0"/>
            <a:ext cx="3525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22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46983B-7B80-47D7-B151-6262B5028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252" y="798897"/>
            <a:ext cx="3454578" cy="520091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7111756-25B4-4879-AE99-886B25A67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60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BATCH_05_CHARGING_IN_PROGRESS_MOBILE_REACT_TAILWIND_JS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748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86C0DA-4817-4490-8AE8-C8EDC89C5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201" y="987299"/>
            <a:ext cx="3473629" cy="48834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C07489-9CC4-4E5E-917B-849938242B2D}"/>
              </a:ext>
            </a:extLst>
          </p:cNvPr>
          <p:cNvSpPr txBox="1"/>
          <p:nvPr/>
        </p:nvSpPr>
        <p:spPr>
          <a:xfrm>
            <a:off x="64170" y="220662"/>
            <a:ext cx="7712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BATCH_05_CHARGING_STOP_CONFIRMATION_MOBILE_REACT_TAILWIND_JS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322556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EC9B9-8146-4CC7-B1DE-1278C6B49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02" y="798897"/>
            <a:ext cx="3454578" cy="5698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93F54F-D76F-423C-9814-8B3746D5D512}"/>
              </a:ext>
            </a:extLst>
          </p:cNvPr>
          <p:cNvSpPr txBox="1"/>
          <p:nvPr/>
        </p:nvSpPr>
        <p:spPr>
          <a:xfrm>
            <a:off x="221381" y="230287"/>
            <a:ext cx="6441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BATCH_06_CHARGING_COMPLETE_MOBILE_REACT_TAILWIND_JS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250944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826571-6A74-4080-B8E7-A59D35C8C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0" y="200346"/>
            <a:ext cx="103714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PAYMENT_FIXED_CHARGING_POSTPAID_CASH_ENABLED_MOBILE_REACT_TAILWIND_JS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76E1A-12C0-4577-84F0-060CDFEA0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494" y="750771"/>
            <a:ext cx="3079704" cy="605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74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CE2753-BDC9-45F0-9139-A4C2CEE797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85"/>
          <a:stretch/>
        </p:blipFill>
        <p:spPr>
          <a:xfrm>
            <a:off x="8842744" y="847024"/>
            <a:ext cx="3349256" cy="602924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A6B6B1-6438-4B9D-991C-BC1F0083324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FE32F-C550-4682-9FB7-82A0FFE9B827}"/>
              </a:ext>
            </a:extLst>
          </p:cNvPr>
          <p:cNvSpPr txBox="1"/>
          <p:nvPr/>
        </p:nvSpPr>
        <p:spPr>
          <a:xfrm>
            <a:off x="64169" y="328673"/>
            <a:ext cx="10292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BOOKING_FEE_ADVANCE_SCHEDULING_PREVIEW_MOBILE_REACT_TAILWIND_JS</a:t>
            </a:r>
            <a:endParaRPr kumimoji="0" lang="en-UG" altLang="en-UG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915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0C57DB-D600-4173-9B5D-ADE07CFAB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877" y="798897"/>
            <a:ext cx="3416476" cy="5219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4DA810-1733-437D-95B2-53FF9400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92" y="196109"/>
            <a:ext cx="5150592" cy="41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152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6A81E0-3F79-4AFE-B7EA-F88F3B16C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100" y="798897"/>
            <a:ext cx="3511730" cy="48580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825A35A-EE13-44AB-A0E6-6C00E11D0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45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BATCH_07_BOOKING_DETAIL_MOBILE_REACT_TAILWIND_JS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692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0348F-0EB9-43D9-A435-91FED54DD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671" y="798897"/>
            <a:ext cx="3486329" cy="484529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7559FC7-1F4C-403C-B525-DD482D7F4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339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BATCH_07_READY_WAITING_TO_PLUG_IN_MOBILE_REACT_TAILWIND_JS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627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A9425-763D-407C-89FE-61BDCB545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654" y="798897"/>
            <a:ext cx="3429176" cy="4864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AA7BD8-3B0C-44B5-B440-724D72C71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73" y="224584"/>
            <a:ext cx="6342910" cy="26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58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6B6F1-C7B5-4024-8697-57AD3A4B0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151" y="798897"/>
            <a:ext cx="3492679" cy="486435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EE18524-92C5-438D-AB62-B530DC330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82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BATCH_08_EXPORT_CENTER_MOBILE_REACT_TAILWIND_JS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22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BE8BBF8-4347-4914-A22B-992628941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7722"/>
            <a:ext cx="8114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ACTIVITY_HISTORY_UNIFIED_TOGGLE_MOBILE_REACT_TAILWIND_JS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3C12C3-59F2-4C30-ADDA-EF91E9A7D9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98"/>
          <a:stretch/>
        </p:blipFill>
        <p:spPr>
          <a:xfrm>
            <a:off x="8657525" y="798897"/>
            <a:ext cx="3467100" cy="553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24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CD45AE-06C8-493F-91A2-128A1E035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7722"/>
            <a:ext cx="8114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ACTIVITY_HISTORY_UNIFIED_TOGGLE_MOBILE_REACT_TAILWIND_JS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E09ED-4F58-46E0-B317-2A76EAC4CC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85"/>
          <a:stretch/>
        </p:blipFill>
        <p:spPr>
          <a:xfrm>
            <a:off x="8643169" y="837398"/>
            <a:ext cx="3548831" cy="60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79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30E80F-8D0F-43FA-9F5F-6AA91D4C8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153" y="798897"/>
            <a:ext cx="3429176" cy="481989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5722780-4D28-49F1-AA6C-D3B47FEDB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67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BATCH_09_BOOKING_MOBILE_LOCATION_MOBILE_REACT_TAILWIND_JS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2890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11D7F-278B-42E4-B21D-76093BB36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2730" y="798897"/>
            <a:ext cx="3525100" cy="58906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785E51-D596-498C-B96A-BB0DBE7257ED}"/>
              </a:ext>
            </a:extLst>
          </p:cNvPr>
          <p:cNvSpPr txBox="1"/>
          <p:nvPr/>
        </p:nvSpPr>
        <p:spPr>
          <a:xfrm>
            <a:off x="64169" y="152566"/>
            <a:ext cx="7578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BATCH_09_BOOKING_MOBILE_TIME_TARGETS_MOBILE_REACT_TAILWIND_JS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855643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019D97-C69E-49C9-94FB-D539DF98E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9222"/>
            <a:ext cx="84093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PAYMENT_MOBILE_CHARGING_PREPAID_MOBILE_REACT_TAILWIND_JS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E58C8D-28CE-401F-8F38-ECFD54B78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630" y="798897"/>
            <a:ext cx="3298222" cy="57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83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4164E-B2DC-45D5-AAC2-8F297C48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611" y="798897"/>
            <a:ext cx="3513219" cy="5216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E94ED2-3F24-46EA-B0FE-FB28E6ADB46C}"/>
              </a:ext>
            </a:extLst>
          </p:cNvPr>
          <p:cNvSpPr txBox="1"/>
          <p:nvPr/>
        </p:nvSpPr>
        <p:spPr>
          <a:xfrm>
            <a:off x="64170" y="200345"/>
            <a:ext cx="6951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BATCH_10_ADD_PAYMENT_METHOD_MOBILE_REACT_TAILWIND_JS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0590577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C923DC-C37A-4731-AF15-3B542195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501" y="798897"/>
            <a:ext cx="3486329" cy="48452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313E05-4C64-4E7B-9CFC-0E38596FFD04}"/>
              </a:ext>
            </a:extLst>
          </p:cNvPr>
          <p:cNvSpPr txBox="1"/>
          <p:nvPr/>
        </p:nvSpPr>
        <p:spPr>
          <a:xfrm>
            <a:off x="144378" y="259163"/>
            <a:ext cx="7962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BATCH_10_CONTACT_SUPPORT_QUICK_ACTION_MOBILE_REACT_TAILWIND_JS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1783517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272FFB-7535-4559-8A0E-2E2627278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007" y="798897"/>
            <a:ext cx="3358197" cy="5139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BF84F8-6DA3-4701-AA34-FFA611E3A602}"/>
              </a:ext>
            </a:extLst>
          </p:cNvPr>
          <p:cNvSpPr txBox="1"/>
          <p:nvPr/>
        </p:nvSpPr>
        <p:spPr>
          <a:xfrm>
            <a:off x="154005" y="201411"/>
            <a:ext cx="7038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BATCH_10_PAYMENT_ERROR_TIMEOUT_MOBILE_REACT_TAILWIND_JS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7119574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78F739-63EF-46E6-BCA4-86EE7FCC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326" y="798897"/>
            <a:ext cx="3454578" cy="51818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2F26ED-96C9-44C5-BD5E-2BBB8A8DB15D}"/>
              </a:ext>
            </a:extLst>
          </p:cNvPr>
          <p:cNvSpPr txBox="1"/>
          <p:nvPr/>
        </p:nvSpPr>
        <p:spPr>
          <a:xfrm>
            <a:off x="267101" y="22440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BATCH_10_WALLET_HOME_MOBILE_REACT_TAILWIND_JS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7339735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1FE64B-A79E-4A26-A125-6F3032E64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501" y="711442"/>
            <a:ext cx="3486329" cy="48961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7EF97B-85B4-4E82-AA73-E89B5DF9A2FB}"/>
              </a:ext>
            </a:extLst>
          </p:cNvPr>
          <p:cNvSpPr txBox="1"/>
          <p:nvPr/>
        </p:nvSpPr>
        <p:spPr>
          <a:xfrm>
            <a:off x="372978" y="28676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BATCH_12_FAVORITES_MOBILE_REACT_TAILWIND_JS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650332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EDE73-AB0F-4376-B654-F2248D8C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222" y="798897"/>
            <a:ext cx="3467278" cy="48834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9DBCA0-FE6D-4873-941C-0D3331D592D9}"/>
              </a:ext>
            </a:extLst>
          </p:cNvPr>
          <p:cNvSpPr txBox="1"/>
          <p:nvPr/>
        </p:nvSpPr>
        <p:spPr>
          <a:xfrm>
            <a:off x="238226" y="20515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BATCH_12_RATE_STATION_MOBILE_REACT_TAILWIND_JS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6024592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2D7E4C-37D2-41F5-A8BD-9514111D0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858" y="798897"/>
            <a:ext cx="3542972" cy="597488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F1312CA-87A7-4866-80A3-B1365A6EC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60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BATCH_12_REPORT_A_PROBLEM_MOBILE_REACT_TAILWIND_JS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4532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C3AF84-08A1-4D08-A108-7DEBC09C7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851" y="798897"/>
            <a:ext cx="3467278" cy="488340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D5C5631-943C-430D-8734-134C12723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82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BATCH_13_SYSTEM_LOCATION_OFF_MOBILE_REACT_TAILWIND_JS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543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1E125-9B72-4EAD-99E3-A342217CA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252" y="798897"/>
            <a:ext cx="3454578" cy="481989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0C0F43C-F22E-4AAD-B55A-08BA65B06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75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BATCH_13_SYSTEM_NO_STATIONS_FOUND_MOBILE_REACT_TAILWIND_JS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0636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A1B35F-3DD8-4987-9BCF-7800134C2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252" y="730492"/>
            <a:ext cx="3454578" cy="4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C03208-3D3B-43F0-8F7D-41581404F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13" y="336884"/>
            <a:ext cx="5944086" cy="28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637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E17A9-5E5B-4AAF-B748-F3DC859BA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577" y="798897"/>
            <a:ext cx="3454578" cy="4788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4186C0-393B-4D24-8635-174D7DC58B4F}"/>
              </a:ext>
            </a:extLst>
          </p:cNvPr>
          <p:cNvSpPr txBox="1"/>
          <p:nvPr/>
        </p:nvSpPr>
        <p:spPr>
          <a:xfrm>
            <a:off x="221381" y="220662"/>
            <a:ext cx="7230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BATCH_14_DR_PEAK_EVENT_BANNER_MOBILE_REACT_TAILWIND_JS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8418000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D020DC-9EA6-4A6D-98A9-D962BC197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552" y="798897"/>
            <a:ext cx="3467278" cy="4883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8E7813-18D1-4493-8338-7E98CBB8F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02" y="212383"/>
            <a:ext cx="5547105" cy="4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780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951F62-866E-4F1F-99C3-171B6E2FD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151" y="798897"/>
            <a:ext cx="3492679" cy="488340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69B12A0-B04C-44A2-A840-18B604495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97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BATCH_14_ROAMING_NETWORK_BADGES_MOBILE_REACT_TAILWIND_JS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1446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D243C5-DA9E-4A53-A3F1-9B617F14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151" y="798897"/>
            <a:ext cx="3492679" cy="482624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238C388-18D7-4474-A4BD-3095113DD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788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BATCH_20_CHARGER_UNAVAILABLE_MOBILE_REACT_TAILWIND_JS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313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0C93CF-F8FC-4B10-8885-98F7C12E6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501" y="798897"/>
            <a:ext cx="3486329" cy="482624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B7266A9-9831-42BA-A6BC-76F81D182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339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BATCH_20_CONNECTOR_MISMATCH_MOBILE_REACT_TAILWIND_JS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4134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1CFB08-7D8A-48E0-8296-A9F76AD77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622" y="798897"/>
            <a:ext cx="3105581" cy="59387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1F6F25-276B-4D08-9F9C-9031FB2DA687}"/>
              </a:ext>
            </a:extLst>
          </p:cNvPr>
          <p:cNvSpPr txBox="1"/>
          <p:nvPr/>
        </p:nvSpPr>
        <p:spPr>
          <a:xfrm>
            <a:off x="394636" y="230288"/>
            <a:ext cx="7307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BATCH_11_COMPATIBILITY_HELPER_MOBILE_REACT_TAILWIND_JS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0078227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8A62FD-3224-4198-8A4F-47AFDA106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201" y="798897"/>
            <a:ext cx="3473629" cy="484529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0222BF1-B0B1-42BA-9BCD-3CD4118EE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75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BATCH_20_RESERVATION_NOT_READY_MOBILE_REACT_TAILWIND_JS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7209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E19D6-0457-428F-AB0B-B5BC99A1C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459" y="798897"/>
            <a:ext cx="3264068" cy="494055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3879769-882E-4003-8A12-633499357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75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BATCH_21_NOTIFICATION_SETTINGS_MOBILE_REACT_TAILWIND_JS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3554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171B1F-B3E5-41AB-93F7-6098E2504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256" y="798897"/>
            <a:ext cx="3257717" cy="4864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CB7C1C-D251-4B2A-A02A-47CD11FBD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02" y="298515"/>
            <a:ext cx="6105372" cy="34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373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101D6E-8D0B-492F-9D28-0F35F35E2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707" y="798897"/>
            <a:ext cx="3264068" cy="491515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0C3335A-2114-4FC6-B290-48B73CB93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714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BATCH_21_TEST_NOTIFICATION_MOBILE_REACT_TAILWIND_JS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1939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EE2960-CD8D-489E-B32D-61FA7A66B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660" y="798897"/>
            <a:ext cx="3302170" cy="487705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562F507-AE48-4C1D-A8B5-ED662DEC9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05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BATCH_22_LANGUAGE_UNITS_MOBILE_REACT_TAILWIND_JS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7015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35319-656E-47B8-940F-F30CB9BB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711" y="798897"/>
            <a:ext cx="3283119" cy="49024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3C6AECE-C4AA-4FE9-B7F5-8455C4F3A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714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BATCH_22_PRIVACY_SUPPORT_MOBILE_REACT_TAILWIND_JS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792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258AE4-EFC8-4BC8-9265-39C04383F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154" y="798897"/>
            <a:ext cx="3579676" cy="553452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C081DAA-BDA8-444A-9D5F-F4F14551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78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BATCH_22_PROFILE_SETTINGS_MOBILE_REACT_TAILWIND_JS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3710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6B15BF-9ADF-4FF5-BCBE-64985A838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281" y="798897"/>
            <a:ext cx="3238666" cy="48770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8BE9CA-97C8-4DC6-8BA8-D21EE8FCF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53" y="282636"/>
            <a:ext cx="5460778" cy="37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15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FB9A24-D1B3-467F-B586-13B34DFE9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507" y="798897"/>
            <a:ext cx="3388072" cy="5345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14AD45-080E-4072-A8A5-C39D2A28B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00" y="221610"/>
            <a:ext cx="6490583" cy="40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737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7982550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3772A7-55E1-4298-81F4-F2910EEF0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978" y="798897"/>
            <a:ext cx="3930852" cy="484529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6630647-C033-404A-9CBD-C36A0A043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82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P_0_02_BOOKING_MODIFY_RESCHEDULE_MOBILE_REACT_TAILWIND_JS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5112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CA0A02-4894-4D64-81CE-F639293E9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1133" y="798897"/>
            <a:ext cx="3257717" cy="49024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094A164-9588-4CB0-BC27-19A36BD00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97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P_0_03_RESERVATION_EXPIRED_CANCELLED_MOBILE_REACT_TAILWIND_JS</a:t>
            </a: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1574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0FE37D-AABC-4C9E-AEC2-10CCCFE66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609" y="798897"/>
            <a:ext cx="3245017" cy="4896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F88AAC-CF54-4781-8A02-FF9D197DA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22" y="211884"/>
            <a:ext cx="6802283" cy="35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16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AA73BF-BFC0-4812-B6CD-980A5707D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332" y="798897"/>
            <a:ext cx="3264068" cy="4864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A4DB6D-4CBE-43A1-ACB4-9C7C5F2E0CD4}"/>
              </a:ext>
            </a:extLst>
          </p:cNvPr>
          <p:cNvSpPr txBox="1"/>
          <p:nvPr/>
        </p:nvSpPr>
        <p:spPr>
          <a:xfrm>
            <a:off x="64170" y="211036"/>
            <a:ext cx="8106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P_0_06_PAYMENT_3_D_SECURE_OTP_HANDOFF_MOBILE_REACT_TAILWIND_JS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6167574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DBE5E-EC8B-4ACB-80B3-8B69ECA6C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853" y="798897"/>
            <a:ext cx="3553977" cy="5216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E9E635-CFD2-4FC8-83BA-D762904B9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8" y="250486"/>
            <a:ext cx="6545812" cy="34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765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332A47-B1F0-48B3-8B9D-E262DB70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731" y="798897"/>
            <a:ext cx="3245017" cy="488340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6992C50-E90E-413B-9684-DFE3EF6C8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60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G" altLang="en-UG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P_0_08_CAMERA_PERMISSION_EXPLAINER_MOBILE_REACT_TAILWIND_JS</a:t>
            </a: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9571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80E797-B4F0-4A09-B019-CD153C3D1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113" y="798897"/>
            <a:ext cx="3257717" cy="48834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DE29CA-AEBD-4DA0-A19F-0F7E7657AADA}"/>
              </a:ext>
            </a:extLst>
          </p:cNvPr>
          <p:cNvSpPr txBox="1"/>
          <p:nvPr/>
        </p:nvSpPr>
        <p:spPr>
          <a:xfrm>
            <a:off x="141973" y="1955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P_0_09_SCAN_FAILED_RETRY_MOBILE_REACT_TAILWIND_JS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7415508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AD1EBC-E422-42D3-B9F2-F23A56BD6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062" y="909499"/>
            <a:ext cx="3092609" cy="4730993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43410A-6FA4-4E47-A7AD-5A79C91F4E18}"/>
              </a:ext>
            </a:extLst>
          </p:cNvPr>
          <p:cNvSpPr txBox="1"/>
          <p:nvPr/>
        </p:nvSpPr>
        <p:spPr>
          <a:xfrm>
            <a:off x="64170" y="220662"/>
            <a:ext cx="7731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72A"/>
                </a:solidFill>
                <a:effectLst/>
                <a:latin typeface="Inter"/>
              </a:rPr>
              <a:t>P_0_10_RESUME_ACTIVE_CHARGING_PROMPT_MOBILE_REACT_TAILWIND_JS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33880533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775FA8-1D7C-4E8E-8AF6-2CFD7CFCB450}"/>
              </a:ext>
            </a:extLst>
          </p:cNvPr>
          <p:cNvSpPr/>
          <p:nvPr/>
        </p:nvSpPr>
        <p:spPr>
          <a:xfrm>
            <a:off x="64170" y="798897"/>
            <a:ext cx="8415686" cy="6029245"/>
          </a:xfrm>
          <a:prstGeom prst="roundRect">
            <a:avLst>
              <a:gd name="adj" fmla="val 20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G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D9DFED-39D1-4E50-A910-4385A56F7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858" y="798897"/>
            <a:ext cx="3245017" cy="52263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9007E1-4F23-443A-A33C-EE21BADE0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04" y="186283"/>
            <a:ext cx="6242021" cy="43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72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1249</Words>
  <Application>Microsoft Office PowerPoint</Application>
  <PresentationFormat>Widescreen</PresentationFormat>
  <Paragraphs>175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Arial</vt:lpstr>
      <vt:lpstr>Calibri</vt:lpstr>
      <vt:lpstr>Calibri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rukundojosephronald@gmail.com</dc:creator>
  <cp:lastModifiedBy>rukundojosephronald@gmail.com</cp:lastModifiedBy>
  <cp:revision>77</cp:revision>
  <dcterms:created xsi:type="dcterms:W3CDTF">2025-11-07T15:25:12Z</dcterms:created>
  <dcterms:modified xsi:type="dcterms:W3CDTF">2025-11-10T14:10:07Z</dcterms:modified>
</cp:coreProperties>
</file>